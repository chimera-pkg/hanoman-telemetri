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98" r:id="rId2"/>
    <p:sldId id="300" r:id="rId3"/>
    <p:sldId id="256" r:id="rId4"/>
    <p:sldId id="282" r:id="rId5"/>
    <p:sldId id="29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4C7C197-B602-469D-91D3-44671D67AED9}">
          <p14:sldIdLst>
            <p14:sldId id="298"/>
            <p14:sldId id="300"/>
          </p14:sldIdLst>
        </p14:section>
        <p14:section name="Untitled Section" id="{28B73CC9-4572-42AD-9D38-C38CBBE9A753}">
          <p14:sldIdLst>
            <p14:sldId id="256"/>
            <p14:sldId id="28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83"/>
    <a:srgbClr val="002465"/>
    <a:srgbClr val="99CCFF"/>
    <a:srgbClr val="0020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3333" autoAdjust="0"/>
  </p:normalViewPr>
  <p:slideViewPr>
    <p:cSldViewPr snapToGrid="0">
      <p:cViewPr>
        <p:scale>
          <a:sx n="101" d="100"/>
          <a:sy n="101" d="100"/>
        </p:scale>
        <p:origin x="3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F9EBB-C0C1-40AF-A839-505CE06C3DBA}" type="datetimeFigureOut">
              <a:rPr lang="en-ID" smtClean="0"/>
              <a:t>23/10/2026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6034F0-16ED-4C82-9CBA-4FDE6212240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99607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034F0-16ED-4C82-9CBA-4FDE62122401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61964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B117B-1562-D901-FAA0-74AFC9356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6C958-DEC9-60A8-2B51-8DA9C716F8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BDE18-6C15-62C7-1B38-A10754151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2798-EC73-41A1-9C5A-D0F57255BE9F}" type="datetimeFigureOut">
              <a:rPr lang="en-ID" smtClean="0"/>
              <a:t>23/10/2026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433C8-E75D-0F07-FD5B-7E58E1DF0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502AD-549A-077E-4D9D-967233903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155D-1819-4290-8EB7-DC2452CC06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9327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70C9-CEB0-ECA3-6C51-4DE69195C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8C4AC-F248-39AD-84C6-68D10AFDC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8C9A1-CFE5-9273-7221-6B292851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2798-EC73-41A1-9C5A-D0F57255BE9F}" type="datetimeFigureOut">
              <a:rPr lang="en-ID" smtClean="0"/>
              <a:t>23/10/2026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1A4AE-A739-4BDF-8C0A-F56A1359E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2FA3E-DC78-B63D-1EF6-CC61053E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155D-1819-4290-8EB7-DC2452CC06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8260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A97D-1C65-9A40-4608-F9680DB57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E0DE6-5C50-146B-2FAA-06715D1C1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6A8AD-EB77-AC73-7588-04A773BAC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2798-EC73-41A1-9C5A-D0F57255BE9F}" type="datetimeFigureOut">
              <a:rPr lang="en-ID" smtClean="0"/>
              <a:t>23/10/2026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DBBD0-CDAC-858C-E2D8-E6A6F09E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ED453-593F-5A38-B4CE-AA32BDFC0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155D-1819-4290-8EB7-DC2452CC06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003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F3B11-FED4-C3AE-699F-33AB75B3F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8ABFE-EBD6-7158-F26A-B1FCCBAF8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E6998-E4C6-EDCE-358F-EE0D859E4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1949B-5EE0-598E-C708-092654DCB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2798-EC73-41A1-9C5A-D0F57255BE9F}" type="datetimeFigureOut">
              <a:rPr lang="en-ID" smtClean="0"/>
              <a:t>23/10/2026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BA8C7-1C10-CBCA-319C-AB24FE238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1636A-0C77-78F1-CAD1-8C07A370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155D-1819-4290-8EB7-DC2452CC06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4855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1AB39-4D10-2CDF-2FC8-AC274336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BC9C5-5366-4AC1-A8B0-9253F3C84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68524-3C29-CC95-3636-B4182FF52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5CDB9-6D32-B4FD-F009-B73C13BC8A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778ADC-6A30-C829-7A4A-47B3A06A56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58283D-A284-337D-3415-713E7440C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2798-EC73-41A1-9C5A-D0F57255BE9F}" type="datetimeFigureOut">
              <a:rPr lang="en-ID" smtClean="0"/>
              <a:t>23/10/2026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9CE673-2B93-4DCE-D0CF-D7BDA007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A0935B-D101-743C-7DBB-33A2D4B43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155D-1819-4290-8EB7-DC2452CC06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96091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A1BE-5D2F-4005-F2D8-1E48D3CA7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03E899-4B55-7B7E-0832-1B6168CF7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2798-EC73-41A1-9C5A-D0F57255BE9F}" type="datetimeFigureOut">
              <a:rPr lang="en-ID" smtClean="0"/>
              <a:t>23/10/2026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08978A-DCC5-28E9-50A4-4B671D94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3C7ED-3EB2-5EA5-D000-96CB69C47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155D-1819-4290-8EB7-DC2452CC06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07531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7F66F-3B30-3438-D522-4DD4A7BA3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2798-EC73-41A1-9C5A-D0F57255BE9F}" type="datetimeFigureOut">
              <a:rPr lang="en-ID" smtClean="0"/>
              <a:t>23/10/2026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369F6C-C2E6-12A4-F359-E90FA836D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E337B-18A9-EA0F-260F-5DE291A7D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155D-1819-4290-8EB7-DC2452CC06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0223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2E619-6C0C-D241-2D71-9200D13D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5EBAB-1630-5DC0-FE00-6CC5E0925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74950-0DC6-3093-1499-0677003FF9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0AB14-70EF-857A-42DC-43C01D7BD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2798-EC73-41A1-9C5A-D0F57255BE9F}" type="datetimeFigureOut">
              <a:rPr lang="en-ID" smtClean="0"/>
              <a:t>23/10/2026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CABBC-9BB9-9651-8E52-A24EEFB4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78FC8-FC9F-146A-0184-F64CDED7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155D-1819-4290-8EB7-DC2452CC06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96701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FB925-8023-BA34-CC72-17221BC69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074C45-B26F-F448-3BCC-5C38D32758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140239-C517-04E0-84C6-6E79AA5F3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0C476-5B33-9E03-9241-7C3C73AE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2798-EC73-41A1-9C5A-D0F57255BE9F}" type="datetimeFigureOut">
              <a:rPr lang="en-ID" smtClean="0"/>
              <a:t>23/10/2026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5411E-6DE0-A1DA-384E-612E54896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CAA56-3467-1936-55D3-79A86AE1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155D-1819-4290-8EB7-DC2452CC06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6300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88FE7-311A-4EE6-91A5-4D4B52C63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739491-72BD-D995-5203-7DDFD018C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FE6CB-B60D-D6D1-D026-2F4776E3B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2798-EC73-41A1-9C5A-D0F57255BE9F}" type="datetimeFigureOut">
              <a:rPr lang="en-ID" smtClean="0"/>
              <a:t>23/10/2026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4BBED-F9AC-FF8B-0ADB-9FB4A9564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BA38D-3656-0FB3-FE42-DF3F1E3AA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155D-1819-4290-8EB7-DC2452CC06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9777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9211EC-809D-41B9-8889-70E596FC50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0EDA0-FB8D-F652-BC60-3AC5087A3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64C63-D6D8-947F-85B3-33342F70E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52798-EC73-41A1-9C5A-D0F57255BE9F}" type="datetimeFigureOut">
              <a:rPr lang="en-ID" smtClean="0"/>
              <a:t>23/10/2026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D329B-E4EF-1782-8068-5D7DF1BC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B8098-C040-1F34-A07A-C78A8D745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155D-1819-4290-8EB7-DC2452CC06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05185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522F2-AFFC-1403-C010-2156B50B8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3FA54-190F-CA9A-24AB-3C4D44054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B8CCD-EFD4-3A95-22D0-171C52D831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52798-EC73-41A1-9C5A-D0F57255BE9F}" type="datetimeFigureOut">
              <a:rPr lang="en-ID" smtClean="0"/>
              <a:t>23/10/2026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35C63-C234-B643-1A05-8848D1D65E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83624-1126-3E2D-DACF-85B2F03DA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4155D-1819-4290-8EB7-DC2452CC06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2235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75607"/>
            <a:ext cx="9906000" cy="726065"/>
          </a:xfrm>
        </p:spPr>
        <p:txBody>
          <a:bodyPr>
            <a:normAutofit/>
          </a:bodyPr>
          <a:lstStyle/>
          <a:p>
            <a:r>
              <a:rPr b="1" lang="en-US" sz="2600" dirty="0">
                <a:latin typeface="Arial"/>
              </a:rPr>
              <a:t>ANALISA SIGINT </a:t>
            </a:r>
            <a:br>
              <a:rPr b="1" lang="en-US" sz="2600" dirty="0">
                <a:latin typeface="Arial"/>
              </a:rPr>
            </a:br>
            <a:endParaRPr b="1" lang="en-US" sz="2600" dirty="0">
              <a:latin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8958" y="901672"/>
            <a:ext cx="11440142" cy="2125307"/>
          </a:xfrm>
        </p:spPr>
        <p:txBody>
          <a:bodyPr>
            <a:noAutofit/>
          </a:bodyPr>
          <a:lstStyle/>
          <a:p>
            <a:pPr algn="just"/>
            <a:r>
              <a:rPr lang="en-US" sz="1500" b="1" dirty="0">
                <a:solidFill>
                  <a:schemeClr val="tx1"/>
                </a:solidFill>
                <a:latin typeface="Arial"/>
                <a:cs typeface="Arial" panose="020B0604020202020204" pitchFamily="34" charset="0"/>
              </a:rPr>
              <a:t>SUBJECT TERINDIKASI :
1. {{subject_headline}}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59BEAB-F157-216A-D3B5-E12B911B8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32" y="1964326"/>
            <a:ext cx="1960968" cy="23376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59F547-0631-86AF-2745-A62FA71D74D7}"/>
              </a:ext>
            </a:extLst>
          </p:cNvPr>
          <p:cNvSpPr txBox="1"/>
          <p:nvPr/>
        </p:nvSpPr>
        <p:spPr>
          <a:xfrm>
            <a:off x="2162175" y="173126"/>
            <a:ext cx="81153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sz="2400" b="1" dirty="0"/>
              <a:t>PROFIL
{{name_upper}}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5E5854-40AF-F226-113E-5EB47C4A8E76}"/>
              </a:ext>
            </a:extLst>
          </p:cNvPr>
          <p:cNvSpPr/>
          <p:nvPr/>
        </p:nvSpPr>
        <p:spPr>
          <a:xfrm>
            <a:off x="849745" y="4928011"/>
            <a:ext cx="10529455" cy="312039"/>
          </a:xfrm>
          <a:prstGeom prst="rect">
            <a:avLst/>
          </a:prstGeom>
          <a:solidFill>
            <a:srgbClr val="E8ECE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63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7CDE6-2D55-468F-3D84-E76FAB218553}"/>
              </a:ext>
            </a:extLst>
          </p:cNvPr>
          <p:cNvSpPr txBox="1"/>
          <p:nvPr/>
        </p:nvSpPr>
        <p:spPr>
          <a:xfrm>
            <a:off x="1026266" y="4987923"/>
            <a:ext cx="7182651" cy="199285"/>
          </a:xfrm>
          <a:prstGeom prst="rect">
            <a:avLst/>
          </a:prstGeom>
          <a:noFill/>
        </p:spPr>
        <p:txBody>
          <a:bodyPr wrap="square" lIns="14859" tIns="14859" rIns="14859" bIns="14859" anchor="t">
            <a:spAutoFit/>
          </a:bodyPr>
          <a:lstStyle/>
          <a:p>
            <a:pPr algn="l"/>
            <a:r>
              <a:rPr lang="en-US" sz="1100" b="1" dirty="0">
                <a:latin typeface="Arial"/>
              </a:rPr>
              <a:t>ANTESEDEN</a:t>
            </a:r>
            <a:r>
              <a:rPr sz="1100" b="1" dirty="0">
                <a:latin typeface="Arial"/>
              </a:rPr>
              <a:t> SINGKAT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5F9AE0-624D-07F8-2DDD-B830A96FF12E}"/>
              </a:ext>
            </a:extLst>
          </p:cNvPr>
          <p:cNvSpPr txBox="1"/>
          <p:nvPr/>
        </p:nvSpPr>
        <p:spPr>
          <a:xfrm>
            <a:off x="849745" y="5346493"/>
            <a:ext cx="10529455" cy="7386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ID" sz="1100" b="1" dirty="0"/>
              <a:t>{{short_background}}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3994A7-373F-AFDA-0928-4D35DBBB4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603144"/>
              </p:ext>
            </p:extLst>
          </p:nvPr>
        </p:nvGraphicFramePr>
        <p:xfrm>
          <a:off x="3047645" y="1465510"/>
          <a:ext cx="6560186" cy="2240280"/>
        </p:xfrm>
        <a:graphic>
          <a:graphicData uri="http://schemas.openxmlformats.org/drawingml/2006/table">
            <a:tbl>
              <a:tblPr/>
              <a:tblGrid>
                <a:gridCol w="1838044">
                  <a:extLst>
                    <a:ext uri="{9D8B030D-6E8A-4147-A177-3AD203B41FA5}">
                      <a16:colId xmlns:a16="http://schemas.microsoft.com/office/drawing/2014/main" val="495953342"/>
                    </a:ext>
                  </a:extLst>
                </a:gridCol>
                <a:gridCol w="4722142">
                  <a:extLst>
                    <a:ext uri="{9D8B030D-6E8A-4147-A177-3AD203B41FA5}">
                      <a16:colId xmlns:a16="http://schemas.microsoft.com/office/drawing/2014/main" val="3885061213"/>
                    </a:ext>
                  </a:extLst>
                </a:gridCol>
              </a:tblGrid>
              <a:tr h="150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b="1" dirty="0"/>
                        <a:t>Nama </a:t>
                      </a:r>
                      <a:r>
                        <a:rPr lang="en-ID" sz="1100" b="1" dirty="0" err="1"/>
                        <a:t>Lengkap</a:t>
                      </a:r>
                      <a:endParaRPr lang="en-ID" sz="11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/>
                        <a:t>{{full_name}}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098935"/>
                  </a:ext>
                </a:extLst>
              </a:tr>
              <a:tr h="150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b="1"/>
                        <a:t>Tempat, Tanggal Lahir</a:t>
                      </a:r>
                      <a:endParaRPr lang="en-ID" sz="11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dirty="0" err="1"/>
                        <a:t>{{birth_line}}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393982"/>
                  </a:ext>
                </a:extLst>
              </a:tr>
              <a:tr h="150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b="1"/>
                        <a:t>Profesi</a:t>
                      </a:r>
                      <a:endParaRPr lang="en-ID" sz="11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/>
                        <a:t>{{profession}}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906739"/>
                  </a:ext>
                </a:extLst>
              </a:tr>
              <a:tr h="150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b="1"/>
                        <a:t>Institusi</a:t>
                      </a:r>
                      <a:endParaRPr lang="en-ID" sz="11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dirty="0"/>
                        <a:t>{{institution}}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172571"/>
                  </a:ext>
                </a:extLst>
              </a:tr>
              <a:tr h="150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b="1" dirty="0" err="1"/>
                        <a:t>Fakultas</a:t>
                      </a:r>
                      <a:endParaRPr lang="en-ID" sz="11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/>
                        <a:t>{{faculty}}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932834"/>
                  </a:ext>
                </a:extLst>
              </a:tr>
              <a:tr h="1238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b="1" dirty="0"/>
                        <a:t>Pendidikan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dirty="0"/>
                        <a:t>{{education}}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418248"/>
                  </a:ext>
                </a:extLst>
              </a:tr>
              <a:tr h="215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b="1"/>
                        <a:t>Isu yang Disoroti</a:t>
                      </a:r>
                      <a:endParaRPr lang="en-ID" sz="11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dirty="0" err="1"/>
                        <a:t>{{issue}}</a:t>
                      </a:r>
                      <a:endParaRPr lang="en-ID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989698"/>
                  </a:ext>
                </a:extLst>
              </a:tr>
              <a:tr h="215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b="1" dirty="0"/>
                        <a:t>Peran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100" dirty="0" err="1"/>
                        <a:t>{{role}}</a:t>
                      </a:r>
                      <a:endParaRPr lang="en-ID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123209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932FA93-BDF5-F958-CDB1-0A4E9AC74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07" y="1537906"/>
            <a:ext cx="1960968" cy="233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329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AEE2C542-1DCD-46C4-BAF0-B842365CC8DA}"/>
              </a:ext>
            </a:extLst>
          </p:cNvPr>
          <p:cNvSpPr txBox="1"/>
          <p:nvPr/>
        </p:nvSpPr>
        <p:spPr>
          <a:xfrm>
            <a:off x="217026" y="183064"/>
            <a:ext cx="2723846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b="1" lang="en-US" sz="2000">
                <a:solidFill>
                  <a:srgbClr val="004E9A"/>
                </a:solidFill>
                <a:latin typeface="Arial"/>
              </a:rPr>
              <a:t>JAKNIK SUBJECT</a:t>
            </a:r>
            <a:endParaRPr b="1" lang="en-US" sz="2000" dirty="0">
              <a:solidFill>
                <a:srgbClr val="004E9A"/>
              </a:solidFill>
              <a:latin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140AD4-A578-F046-C637-31287980CCBE}"/>
              </a:ext>
            </a:extLst>
          </p:cNvPr>
          <p:cNvSpPr/>
          <p:nvPr/>
        </p:nvSpPr>
        <p:spPr>
          <a:xfrm>
            <a:off x="3310002" y="198524"/>
            <a:ext cx="3394381" cy="240693"/>
          </a:xfrm>
          <a:prstGeom prst="rect">
            <a:avLst/>
          </a:prstGeom>
          <a:solidFill>
            <a:srgbClr val="082B5E"/>
          </a:solidFill>
          <a:ln>
            <a:solidFill>
              <a:srgbClr val="08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/>
              <a:t>PROFIL SINGKAT</a:t>
            </a:r>
            <a:endParaRPr sz="1400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CB1A55-5A10-31E7-BEB1-2792080DC8BC}"/>
              </a:ext>
            </a:extLst>
          </p:cNvPr>
          <p:cNvSpPr/>
          <p:nvPr/>
        </p:nvSpPr>
        <p:spPr>
          <a:xfrm>
            <a:off x="8426447" y="320164"/>
            <a:ext cx="3394381" cy="240693"/>
          </a:xfrm>
          <a:prstGeom prst="rect">
            <a:avLst/>
          </a:prstGeom>
          <a:solidFill>
            <a:srgbClr val="082B5E"/>
          </a:solidFill>
          <a:ln>
            <a:solidFill>
              <a:srgbClr val="08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dirty="0"/>
              <a:t>RIWAYAT &amp; LATAR BELAKANG</a:t>
            </a:r>
            <a:endParaRPr sz="14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0E1179-67B0-9BDD-D06C-53054E99F0B9}"/>
              </a:ext>
            </a:extLst>
          </p:cNvPr>
          <p:cNvSpPr/>
          <p:nvPr/>
        </p:nvSpPr>
        <p:spPr>
          <a:xfrm>
            <a:off x="3282502" y="1393664"/>
            <a:ext cx="3394381" cy="240693"/>
          </a:xfrm>
          <a:prstGeom prst="rect">
            <a:avLst/>
          </a:prstGeom>
          <a:solidFill>
            <a:srgbClr val="082B5E"/>
          </a:solidFill>
          <a:ln>
            <a:solidFill>
              <a:srgbClr val="08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dirty="0"/>
              <a:t>RIWAYAT KASUS/PERISTIWA</a:t>
            </a:r>
            <a:endParaRPr sz="140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2BA10A-085A-432C-55B0-78080626FEB1}"/>
              </a:ext>
            </a:extLst>
          </p:cNvPr>
          <p:cNvSpPr/>
          <p:nvPr/>
        </p:nvSpPr>
        <p:spPr>
          <a:xfrm>
            <a:off x="8433322" y="2354067"/>
            <a:ext cx="3394381" cy="240693"/>
          </a:xfrm>
          <a:prstGeom prst="rect">
            <a:avLst/>
          </a:prstGeom>
          <a:solidFill>
            <a:srgbClr val="082B5E"/>
          </a:solidFill>
          <a:ln>
            <a:solidFill>
              <a:srgbClr val="08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/>
              <a:t>AFILIASI &amp; JARINGAN</a:t>
            </a:r>
            <a:endParaRPr sz="1400" b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EC2214-B4C2-E130-6276-65AF60564C6B}"/>
              </a:ext>
            </a:extLst>
          </p:cNvPr>
          <p:cNvSpPr/>
          <p:nvPr/>
        </p:nvSpPr>
        <p:spPr>
          <a:xfrm>
            <a:off x="188663" y="3895386"/>
            <a:ext cx="3394381" cy="240693"/>
          </a:xfrm>
          <a:prstGeom prst="rect">
            <a:avLst/>
          </a:prstGeom>
          <a:solidFill>
            <a:srgbClr val="082B5E"/>
          </a:solidFill>
          <a:ln>
            <a:solidFill>
              <a:srgbClr val="08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dirty="0"/>
              <a:t>KETERKAITAN ISU</a:t>
            </a:r>
            <a:endParaRPr sz="14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8913E7-3546-BC7C-50D7-46C9D518D273}"/>
              </a:ext>
            </a:extLst>
          </p:cNvPr>
          <p:cNvSpPr/>
          <p:nvPr/>
        </p:nvSpPr>
        <p:spPr>
          <a:xfrm>
            <a:off x="8438790" y="4753975"/>
            <a:ext cx="3394381" cy="240693"/>
          </a:xfrm>
          <a:prstGeom prst="rect">
            <a:avLst/>
          </a:prstGeom>
          <a:solidFill>
            <a:srgbClr val="082B5E"/>
          </a:solidFill>
          <a:ln>
            <a:solidFill>
              <a:srgbClr val="08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dirty="0"/>
              <a:t>AKTIVITAS TERKINI &amp; JEJAK DIGITAL</a:t>
            </a:r>
            <a:endParaRPr sz="14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8C3DBD-3866-0D9D-E79C-28E77A7C83B6}"/>
              </a:ext>
            </a:extLst>
          </p:cNvPr>
          <p:cNvSpPr/>
          <p:nvPr/>
        </p:nvSpPr>
        <p:spPr>
          <a:xfrm>
            <a:off x="188662" y="5554857"/>
            <a:ext cx="3394381" cy="240693"/>
          </a:xfrm>
          <a:prstGeom prst="rect">
            <a:avLst/>
          </a:prstGeom>
          <a:solidFill>
            <a:srgbClr val="082B5E"/>
          </a:solidFill>
          <a:ln>
            <a:solidFill>
              <a:srgbClr val="082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/>
              <a:t>WILAYAH &amp; MOBILITAS</a:t>
            </a:r>
            <a:endParaRPr sz="14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251324-2387-4B07-2238-1AA167571A7F}"/>
              </a:ext>
            </a:extLst>
          </p:cNvPr>
          <p:cNvSpPr txBox="1"/>
          <p:nvPr/>
        </p:nvSpPr>
        <p:spPr>
          <a:xfrm>
            <a:off x="3211740" y="481358"/>
            <a:ext cx="4750391" cy="92333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ID" sz="1100" dirty="0"/>
              <a:t>{{summary}}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266156-5815-C62B-E0F6-CD321834F711}"/>
              </a:ext>
            </a:extLst>
          </p:cNvPr>
          <p:cNvSpPr txBox="1"/>
          <p:nvPr/>
        </p:nvSpPr>
        <p:spPr>
          <a:xfrm>
            <a:off x="8347285" y="581331"/>
            <a:ext cx="3550750" cy="16158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1100" dirty="0"/>
              <a:t>{{background}}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447D6F-2163-8681-8042-0303742BCEDA}"/>
              </a:ext>
            </a:extLst>
          </p:cNvPr>
          <p:cNvSpPr txBox="1"/>
          <p:nvPr/>
        </p:nvSpPr>
        <p:spPr>
          <a:xfrm>
            <a:off x="8331079" y="2709257"/>
            <a:ext cx="3598865" cy="184665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rm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D" sz="1100" dirty="0"/>
              <a:t>{{affiliations}}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43CF07-D2CC-59D7-40B7-562985F636AB}"/>
              </a:ext>
            </a:extLst>
          </p:cNvPr>
          <p:cNvSpPr txBox="1"/>
          <p:nvPr/>
        </p:nvSpPr>
        <p:spPr>
          <a:xfrm>
            <a:off x="160087" y="4168115"/>
            <a:ext cx="7485122" cy="13849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1100" dirty="0">
                <a:latin typeface="Arial"/>
                <a:cs typeface="Arial" panose="020B0604020202020204" pitchFamily="34" charset="0"/>
              </a:rPr>
              <a:t>{{issue_context}}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B8B1E5-325A-2B86-52E8-738CAFB01AC6}"/>
              </a:ext>
            </a:extLst>
          </p:cNvPr>
          <p:cNvSpPr txBox="1"/>
          <p:nvPr/>
        </p:nvSpPr>
        <p:spPr>
          <a:xfrm>
            <a:off x="8336547" y="5107621"/>
            <a:ext cx="3621088" cy="17081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rmAutofit/>
          </a:bodyPr>
          <a:lstStyle/>
          <a:p>
            <a:pPr marL="171450" indent="-1714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D" sz="1100" b="1" dirty="0">
                <a:latin typeface="Arial"/>
                <a:cs typeface="Arial" panose="020B0604020202020204" pitchFamily="34" charset="0"/>
              </a:rPr>
              <a:t>{{public_activity}}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8E5042-4F32-40E4-FE23-3ACABA1190EB}"/>
              </a:ext>
            </a:extLst>
          </p:cNvPr>
          <p:cNvSpPr txBox="1"/>
          <p:nvPr/>
        </p:nvSpPr>
        <p:spPr>
          <a:xfrm>
            <a:off x="188663" y="5795552"/>
            <a:ext cx="7171837" cy="7694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100" b="1" dirty="0">
                <a:latin typeface="Arial"/>
                <a:cs typeface="Arial" panose="020B0604020202020204" pitchFamily="34" charset="0"/>
              </a:rPr>
              <a:t>{{regions}}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9AE4BE-347E-9F7A-620C-677707F3C71E}"/>
              </a:ext>
            </a:extLst>
          </p:cNvPr>
          <p:cNvSpPr txBox="1"/>
          <p:nvPr/>
        </p:nvSpPr>
        <p:spPr>
          <a:xfrm>
            <a:off x="3231702" y="1664896"/>
            <a:ext cx="4750391" cy="20313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100" b="1" dirty="0">
                <a:cs typeface="Arial" panose="020B0604020202020204" pitchFamily="34" charset="0"/>
              </a:rPr>
              <a:t>{{events}}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F855A-EA3A-B79F-7CA8-A264DDFB7C24}"/>
              </a:ext>
            </a:extLst>
          </p:cNvPr>
          <p:cNvSpPr txBox="1"/>
          <p:nvPr/>
        </p:nvSpPr>
        <p:spPr>
          <a:xfrm>
            <a:off x="-715020" y="581331"/>
            <a:ext cx="46955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b="1" dirty="0">
                <a:latin typeface="Arial"/>
                <a:cs typeface="Arial" panose="020B0604020202020204" pitchFamily="34" charset="0"/>
              </a:rPr>
              <a:t>{{name_upper}}</a:t>
            </a:r>
            <a:endParaRPr lang="nn-NO" sz="2000" b="1" dirty="0">
              <a:latin typeface="Arial"/>
              <a:ea typeface="Arial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9270FB-C900-E5BF-19BD-7CE84664F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14" y="1043737"/>
            <a:ext cx="2887667" cy="263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90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09488" y="-126466"/>
            <a:ext cx="9906000" cy="726065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b="1" sz="2800" kern="120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b="1" lang="en-US" sz="2800" dirty="0">
                <a:latin typeface="Arial"/>
              </a:rPr>
              <a:t>ANALISA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669E1F-968C-75C9-61CC-1FB71BBC4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783" y="868917"/>
            <a:ext cx="11824434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ID" sz="1600" dirty="0">
                <a:latin typeface="Arial"/>
                <a:cs typeface="Arial" panose="020B0604020202020204" pitchFamily="34" charset="0"/>
              </a:rPr>
              <a:t>{{analysis_list}}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85822" y="15376"/>
            <a:ext cx="9906000" cy="619500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b="1" sz="2800" kern="120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b="1" lang="en-US" sz="2800" dirty="0">
                <a:latin typeface="Arial"/>
              </a:rPr>
              <a:t>SARAN 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10C18E-B4D9-2BCC-2237-CBFA7A046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" y="948213"/>
            <a:ext cx="1199388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algn="just"/>
            <a:r>
              <a:rPr sz="1600" lang="en-ID" dirty="0">
                <a:latin typeface="Arial"/>
                <a:cs typeface="Arial" panose="020B0604020202020204" pitchFamily="34" charset="0"/>
              </a:rPr>
              <a:t>{{recommendations_list}}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2790</TotalTime>
  <Words>913</Words>
  <Application>Microsoft Office PowerPoint</Application>
  <PresentationFormat>Widescreen</PresentationFormat>
  <Paragraphs>72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Wingdings</vt:lpstr>
      <vt:lpstr>Office Theme</vt:lpstr>
      <vt:lpstr>ANALISA SIGINT 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Operator</dc:creator>
  <cp:lastModifiedBy>Adryan Prawira</cp:lastModifiedBy>
  <cp:revision>246</cp:revision>
  <dcterms:created xsi:type="dcterms:W3CDTF">2026-09-21T01:25:00Z</dcterms:created>
  <dcterms:modified xsi:type="dcterms:W3CDTF">2026-10-23T02:15:52Z</dcterms:modified>
</cp:coreProperties>
</file>